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(%)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303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18-25</c:v>
                  </c:pt>
                  <c:pt idx="1">
                    <c:v>26-35</c:v>
                  </c:pt>
                  <c:pt idx="2">
                    <c:v>36-45</c:v>
                  </c:pt>
                  <c:pt idx="3">
                    <c:v>46-55</c:v>
                  </c:pt>
                  <c:pt idx="4">
                    <c:v>55+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35.8</c:v>
                </c:pt>
                <c:pt idx="1">
                  <c:v>19.1</c:v>
                </c:pt>
                <c:pt idx="2">
                  <c:v>9.2</c:v>
                </c:pt>
                <c:pt idx="3">
                  <c:v>11.5</c:v>
                </c:pt>
                <c:pt idx="4">
                  <c:v>17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2303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303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(%)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303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Up to 5K</c:v>
                  </c:pt>
                  <c:pt idx="1">
                    <c:v>5K-10K</c:v>
                  </c:pt>
                  <c:pt idx="2">
                    <c:v>10K-15K</c:v>
                  </c:pt>
                  <c:pt idx="3">
                    <c:v>15K+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21.8</c:v>
                </c:pt>
                <c:pt idx="1">
                  <c:v>11.1</c:v>
                </c:pt>
                <c:pt idx="2">
                  <c:v>13.5</c:v>
                </c:pt>
                <c:pt idx="3">
                  <c:v>3.8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2303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303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(%)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303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Research Director</c:v>
                  </c:pt>
                  <c:pt idx="1">
                    <c:v>Manager</c:v>
                  </c:pt>
                  <c:pt idx="2">
                    <c:v>Manufacturing Director</c:v>
                  </c:pt>
                  <c:pt idx="3">
                    <c:v>Healthcare Rep.</c:v>
                  </c:pt>
                  <c:pt idx="4">
                    <c:v>Research Scientist</c:v>
                  </c:pt>
                  <c:pt idx="5">
                    <c:v>Sales Executive</c:v>
                  </c:pt>
                  <c:pt idx="6">
                    <c:v>Human Resources</c:v>
                  </c:pt>
                  <c:pt idx="7">
                    <c:v>Laboratory Technician</c:v>
                  </c:pt>
                  <c:pt idx="8">
                    <c:v>Sales Representative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2.5</c:v>
                </c:pt>
                <c:pt idx="1">
                  <c:v>4.9</c:v>
                </c:pt>
                <c:pt idx="2">
                  <c:v>6.9</c:v>
                </c:pt>
                <c:pt idx="3">
                  <c:v>6.9</c:v>
                </c:pt>
                <c:pt idx="4">
                  <c:v>16.1</c:v>
                </c:pt>
                <c:pt idx="5">
                  <c:v>17.5</c:v>
                </c:pt>
                <c:pt idx="6">
                  <c:v>23.1</c:v>
                </c:pt>
                <c:pt idx="7">
                  <c:v>23.9</c:v>
                </c:pt>
                <c:pt idx="8">
                  <c:v>39.8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2303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303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(%)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303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Sales</c:v>
                  </c:pt>
                  <c:pt idx="1">
                    <c:v>Human Resources</c:v>
                  </c:pt>
                  <c:pt idx="2">
                    <c:v>R&amp;D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20.6</c:v>
                </c:pt>
                <c:pt idx="1">
                  <c:v>19</c:v>
                </c:pt>
                <c:pt idx="2">
                  <c:v>13.8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2303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303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Intro: project is an HR attrition analysis built in Power BI.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9164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Attrition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474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leaves, and why  |  Built with Power BI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508760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517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key factors behind employee attrition so HR can improve retention.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28016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1508760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6517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data: 1,470 employees after cleaning, 38 columns covering demographics, pay, role and satisfaction.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28016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1508760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6517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in Power Query (duplicates, nulls, data types), added Age Group and Salary Slab columns, built DAX measures and an interactive dashboard.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numbers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263B58"/>
          </a:solidFill>
          <a:ln w="9525">
            <a:solidFill>
              <a:srgbClr val="34506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4630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1,470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46120" y="12801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263B58"/>
          </a:solidFill>
          <a:ln w="9525">
            <a:solidFill>
              <a:srgbClr val="3450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46120" y="14630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237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2286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the company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263B58"/>
          </a:solidFill>
          <a:ln w="9525">
            <a:solidFill>
              <a:srgbClr val="34506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4630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16.1%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2286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263B58"/>
          </a:solidFill>
          <a:ln w="9525">
            <a:solidFill>
              <a:srgbClr val="34506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2004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023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age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46120" y="301752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263B58"/>
          </a:solidFill>
          <a:ln w="9525">
            <a:solidFill>
              <a:srgbClr val="34506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46120" y="32004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6.5K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3246120" y="4023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monthly income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35040" y="301752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263B58"/>
          </a:solidFill>
          <a:ln w="9525">
            <a:solidFill>
              <a:srgbClr val="34506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35040" y="32004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7.0</a:t>
            </a:r>
            <a:endParaRPr lang="en-US" sz="48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4023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years at company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Young employees leave the most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852160" y="1188720"/>
            <a:ext cx="2834640" cy="33832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08076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shows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080760" y="1920240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18-25: 36% leave, the highest of any age group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26-35 has the most leavers in number: 116 of 237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is lowest at 36-45 (9%)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 by age group (% of employees in each group who left)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pay drives people out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852160" y="1188720"/>
            <a:ext cx="2834640" cy="33832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08076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shows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080760" y="1920240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 of 237 leavers earn under 5K (69%)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falls to just 3.8% above 15K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is the strongest lever for retention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 by monthly income slab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Reps and Lab Technicians at risk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539496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035040" y="118872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263640" y="1417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shows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263640" y="1920240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Rep: 40% leave (33 of 83)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Technician: most leavers overall (62)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roles (Managers, Directors) stay: under 5%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 by job role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Overtime, travel and marital status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Overtime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116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30.5%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017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10.4% without overtime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749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higher attrition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28016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7472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Frequent travel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0116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24.9%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3017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8.0% for non-travelers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3749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risk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28016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26364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employees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0116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25.5%</a:t>
            </a:r>
            <a:endParaRPr lang="en-US" sz="54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3017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12.5% married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3749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higher attrition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 within each group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has the highest attrition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47548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394960" y="1188720"/>
            <a:ext cx="3291840" cy="338328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623560" y="1417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facts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623560" y="1920240"/>
            <a:ext cx="2834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Sales: 20.6% (92 of 446)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HR: 19.0% (12 of 63)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R&amp;D: 13.8%, but the most leavers (133) due to size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17.0% vs Female 14.8%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 by department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HR should do next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263B58"/>
          </a:solidFill>
          <a:ln w="9525">
            <a:solidFill>
              <a:srgbClr val="34506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508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pay for entry-level roles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1031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Under-5K earners are 69% of leavers.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263B58"/>
          </a:solidFill>
          <a:ln w="9525">
            <a:solidFill>
              <a:srgbClr val="34506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5532120" y="1508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 overtime and frequent travel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532120" y="21031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triples attrition risk.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263B58"/>
          </a:solidFill>
          <a:ln w="9525">
            <a:solidFill>
              <a:srgbClr val="34506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154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 on 18-35 year olds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749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Mentoring, growth paths and early promotion.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29260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263B58"/>
          </a:solidFill>
          <a:ln w="9525">
            <a:solidFill>
              <a:srgbClr val="34506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9204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5532120" y="3154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Sales Rep and Lab Tech teams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532120" y="3749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Highest-risk roles need retention plans.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Analytics Dashboard</dc:title>
  <dc:subject>PptxGenJS Presentation</dc:subject>
  <dc:creator>HR Analytics Project</dc:creator>
  <cp:lastModifiedBy>HR Analytics Project</cp:lastModifiedBy>
  <cp:revision>1</cp:revision>
  <dcterms:created xsi:type="dcterms:W3CDTF">2026-10-13T15:24:49Z</dcterms:created>
  <dcterms:modified xsi:type="dcterms:W3CDTF">2026-10-13T15:24:49Z</dcterms:modified>
</cp:coreProperties>
</file>